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The site have everything you need to know about coffee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 dirty="0"/>
            <a:t>It covers everything we took in class regarding html and </a:t>
          </a:r>
          <a:r>
            <a:rPr lang="en-US" dirty="0" err="1"/>
            <a:t>css</a:t>
          </a:r>
          <a:endParaRPr lang="en-US" dirty="0"/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dirty="0"/>
            <a:t>It looks good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The site have everything you need to know about coffee</a:t>
          </a: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It covers everything we took in class regarding html and </a:t>
          </a:r>
          <a:r>
            <a:rPr lang="en-US" sz="2500" kern="1200" dirty="0" err="1"/>
            <a:t>css</a:t>
          </a:r>
          <a:endParaRPr lang="en-US" sz="2500" kern="1200" dirty="0"/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It looks good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631139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b="1" dirty="0"/>
              <a:t>Ali’ Cafe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000" spc="300" dirty="0"/>
              <a:t>A Simple Café Website Project</a:t>
            </a:r>
            <a:br>
              <a:rPr lang="en-US" sz="2000" spc="300" dirty="0"/>
            </a:br>
            <a:r>
              <a:rPr lang="en-US" sz="2000" spc="300" dirty="0"/>
              <a:t>Client-Side Web Development</a:t>
            </a:r>
            <a:br>
              <a:rPr lang="en-US" sz="2000" spc="300" dirty="0"/>
            </a:br>
            <a:r>
              <a:rPr lang="en-US" sz="2000" spc="300" dirty="0"/>
              <a:t>Ali </a:t>
            </a:r>
            <a:r>
              <a:rPr lang="en-US" sz="2000" spc="300" dirty="0" err="1"/>
              <a:t>Raad</a:t>
            </a:r>
            <a:endParaRPr lang="en-US" sz="2800" spc="3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CE6D-530F-44DA-B650-9CCC9B4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48AA30-B8A2-4EA1-9D88-82917E205C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6810" y="3429000"/>
            <a:ext cx="10207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Brief: Build a simple, functional website using HTML and CSS.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oals: semantic HTML, navigation, forms, tables, images</a:t>
            </a:r>
          </a:p>
        </p:txBody>
      </p:sp>
    </p:spTree>
    <p:extLst>
      <p:ext uri="{BB962C8B-B14F-4D97-AF65-F5344CB8AC3E}">
        <p14:creationId xmlns:p14="http://schemas.microsoft.com/office/powerpoint/2010/main" val="121771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EF088C-2F96-443B-98A4-1BDB9A68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36104"/>
            <a:ext cx="10353762" cy="1257300"/>
          </a:xfrm>
        </p:spPr>
        <p:txBody>
          <a:bodyPr>
            <a:normAutofit/>
          </a:bodyPr>
          <a:lstStyle/>
          <a:p>
            <a:r>
              <a:rPr lang="en-US" sz="6000" dirty="0"/>
              <a:t>Pages Overview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A2B6EEC-CD7E-497C-912C-F46B4D972B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6586" y="3025884"/>
            <a:ext cx="248818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Page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Page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Page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 Page</a:t>
            </a:r>
          </a:p>
        </p:txBody>
      </p:sp>
    </p:spTree>
    <p:extLst>
      <p:ext uri="{BB962C8B-B14F-4D97-AF65-F5344CB8AC3E}">
        <p14:creationId xmlns:p14="http://schemas.microsoft.com/office/powerpoint/2010/main" val="161107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EF088C-2F96-443B-98A4-1BDB9A68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54" y="0"/>
            <a:ext cx="10353762" cy="1257300"/>
          </a:xfrm>
        </p:spPr>
        <p:txBody>
          <a:bodyPr>
            <a:normAutofit/>
          </a:bodyPr>
          <a:lstStyle/>
          <a:p>
            <a:r>
              <a:rPr lang="en-US" sz="6000" dirty="0"/>
              <a:t>Home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8BE9E2-9B40-445D-8FE9-470AA3706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" t="10525" r="1380" b="6251"/>
          <a:stretch/>
        </p:blipFill>
        <p:spPr>
          <a:xfrm>
            <a:off x="1007950" y="1491512"/>
            <a:ext cx="10240969" cy="4894774"/>
          </a:xfrm>
        </p:spPr>
      </p:pic>
    </p:spTree>
    <p:extLst>
      <p:ext uri="{BB962C8B-B14F-4D97-AF65-F5344CB8AC3E}">
        <p14:creationId xmlns:p14="http://schemas.microsoft.com/office/powerpoint/2010/main" val="42177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EF088C-2F96-443B-98A4-1BDB9A68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54" y="0"/>
            <a:ext cx="10353762" cy="1257300"/>
          </a:xfrm>
        </p:spPr>
        <p:txBody>
          <a:bodyPr>
            <a:normAutofit/>
          </a:bodyPr>
          <a:lstStyle/>
          <a:p>
            <a:r>
              <a:rPr lang="en-US" sz="6000" dirty="0"/>
              <a:t>Menu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8BE9E2-9B40-445D-8FE9-470AA3706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" t="12092" r="1279" b="7493"/>
          <a:stretch/>
        </p:blipFill>
        <p:spPr>
          <a:xfrm>
            <a:off x="1132114" y="1756228"/>
            <a:ext cx="9985829" cy="4630057"/>
          </a:xfrm>
        </p:spPr>
      </p:pic>
    </p:spTree>
    <p:extLst>
      <p:ext uri="{BB962C8B-B14F-4D97-AF65-F5344CB8AC3E}">
        <p14:creationId xmlns:p14="http://schemas.microsoft.com/office/powerpoint/2010/main" val="258155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EF088C-2F96-443B-98A4-1BDB9A68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54" y="0"/>
            <a:ext cx="10353762" cy="1257300"/>
          </a:xfrm>
        </p:spPr>
        <p:txBody>
          <a:bodyPr>
            <a:normAutofit/>
          </a:bodyPr>
          <a:lstStyle/>
          <a:p>
            <a:r>
              <a:rPr lang="en-US" sz="6000" dirty="0"/>
              <a:t>Order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8BE9E2-9B40-445D-8FE9-470AA3706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" t="8765" r="2035" b="8765"/>
          <a:stretch/>
        </p:blipFill>
        <p:spPr>
          <a:xfrm>
            <a:off x="1233714" y="1756228"/>
            <a:ext cx="9681029" cy="4630057"/>
          </a:xfrm>
        </p:spPr>
      </p:pic>
    </p:spTree>
    <p:extLst>
      <p:ext uri="{BB962C8B-B14F-4D97-AF65-F5344CB8AC3E}">
        <p14:creationId xmlns:p14="http://schemas.microsoft.com/office/powerpoint/2010/main" val="241458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EF088C-2F96-443B-98A4-1BDB9A68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554" y="0"/>
            <a:ext cx="10353762" cy="1257300"/>
          </a:xfrm>
        </p:spPr>
        <p:txBody>
          <a:bodyPr>
            <a:normAutofit/>
          </a:bodyPr>
          <a:lstStyle/>
          <a:p>
            <a:r>
              <a:rPr lang="en-US" sz="6000" dirty="0"/>
              <a:t>Contact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8BE9E2-9B40-445D-8FE9-470AA3706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" t="9867" r="2848" b="7467"/>
          <a:stretch/>
        </p:blipFill>
        <p:spPr>
          <a:xfrm>
            <a:off x="1364343" y="1886857"/>
            <a:ext cx="9274628" cy="4499428"/>
          </a:xfrm>
        </p:spPr>
      </p:pic>
    </p:spTree>
    <p:extLst>
      <p:ext uri="{BB962C8B-B14F-4D97-AF65-F5344CB8AC3E}">
        <p14:creationId xmlns:p14="http://schemas.microsoft.com/office/powerpoint/2010/main" val="46019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D845-D9A7-458E-AEE6-022B2A26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10585-9F3B-4AF9-A67C-F5D6F7FCB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Choosing the brown color pallet to make the website suited for a café</a:t>
            </a:r>
          </a:p>
          <a:p>
            <a:r>
              <a:rPr lang="en-US" dirty="0"/>
              <a:t>Making everything centered and easy to look at</a:t>
            </a:r>
          </a:p>
          <a:p>
            <a:r>
              <a:rPr lang="en-US" dirty="0"/>
              <a:t>Aligning all checkboxes and radio buttons for easier work</a:t>
            </a:r>
          </a:p>
        </p:txBody>
      </p:sp>
    </p:spTree>
    <p:extLst>
      <p:ext uri="{BB962C8B-B14F-4D97-AF65-F5344CB8AC3E}">
        <p14:creationId xmlns:p14="http://schemas.microsoft.com/office/powerpoint/2010/main" val="2942547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Site </a:t>
            </a:r>
            <a:r>
              <a:rPr lang="en-US" dirty="0" err="1"/>
              <a:t>Advanteges</a:t>
            </a:r>
            <a:endParaRPr lang="en-US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1579234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{2D32FBBC-0468-4F08-AA0B-8B9A0BEC0417}TFe887d8cf-77a9-48cd-9a74-d8d08097a61c3993dec7_win32-329aa78f548b</Template>
  <TotalTime>412</TotalTime>
  <Words>120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Goudy Old Style</vt:lpstr>
      <vt:lpstr>Wingdings 2</vt:lpstr>
      <vt:lpstr>SlateVTI</vt:lpstr>
      <vt:lpstr>Ali’ Cafe</vt:lpstr>
      <vt:lpstr>Objective</vt:lpstr>
      <vt:lpstr>Pages Overview</vt:lpstr>
      <vt:lpstr>Home Page</vt:lpstr>
      <vt:lpstr>Menu Page</vt:lpstr>
      <vt:lpstr>Order Page</vt:lpstr>
      <vt:lpstr>Contact Page</vt:lpstr>
      <vt:lpstr>CSS Styling</vt:lpstr>
      <vt:lpstr>Site Advanteges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Ali’ Cafe</dc:title>
  <dc:creator>USER</dc:creator>
  <cp:lastModifiedBy>USER</cp:lastModifiedBy>
  <cp:revision>5</cp:revision>
  <dcterms:created xsi:type="dcterms:W3CDTF">2026-01-06T13:48:32Z</dcterms:created>
  <dcterms:modified xsi:type="dcterms:W3CDTF">2026-01-06T20:40:38Z</dcterms:modified>
</cp:coreProperties>
</file>